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を活用した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エージェント指示・スキル設定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手法まとめ  ―  GitHub Copilot で試せる 6 つのアプローチ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2026年2月25日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とは？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オープンフォーマット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AIコーディングエージェントにプロジェクト固有の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文脈・指示を伝えるための標準仕様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に 18,000+ スター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の Romain Huet らが中心となって公開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公式サポート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でネイティブ対応済み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64008" cy="3474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対応ツール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(VS Code)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その他多数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6つの手法 — 比較一覧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93192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371600"/>
                <a:gridCol w="3383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適用タイミング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他ツール互換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ベストユースケース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高い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マルチエージェント環境、モノレポ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copilot-instructions.md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Copilot専用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 単体利用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*.instructions.md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ファイルパターン合致時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VS Code/GitHub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言語別・フレームワーク別規約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Skills (SKILL.md)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タスク合致時（オンデマンド）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高い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専門ワークフロー、再利用可能な能力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手動呼び出し時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VS Code専用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繰り返しタスクの自動化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エージェント選択時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VS Code専用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役割別の専門エージェント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 1  |  AGENTS.md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オープン標準 / 複数エージェント対応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64008" cy="3200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概要・特徴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リポジトリのルート・各サブディレクトリに配置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「エージェント向け README」として機能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サブディレクトリ別に異なる指示が可能（実験的）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では chat.useAgentsMdFile 設定で有効化（デフォルト ON）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325880"/>
            <a:ext cx="64008" cy="3200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典型的なセクション構成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8288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 tips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ビルド手順・開発ツールのヒント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instructions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CI設定・テスト実行コマンド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instructions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コミット前チェック・PR タイトル規則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354"/>
          </a:solidFill>
          <a:ln w="12700">
            <a:solidFill>
              <a:srgbClr val="1633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 2  |  copilot-instructions.md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737360" cy="347472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専用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8503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.github/copilot-instructions.md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2697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2514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コーディング規約・命名規則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利用技術スタックの宣言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アーキテクチャパターン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セキュリティ要件・エラー処理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82880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828800"/>
            <a:ext cx="269748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331720"/>
            <a:ext cx="2514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.github/ ディレクトリを作成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copilot-instructions.md を作成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または /init コマンドで自動生成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全チャットリクエストに自動適用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828800"/>
            <a:ext cx="2697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331720"/>
            <a:ext cx="2514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GitHub.com 両対応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レベルでも設定可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他ツールには認識されない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他の指示ファイルと組み合わせ可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 3  |  *.instructions.md  ―  パス別指示ファイル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3931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.github/instructions/ 以下に配置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パターンで適用範囲を指定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手動添付も可能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フロントマターのキー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63240"/>
          <a:ext cx="3200400" cy="150876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キー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説明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表示名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ホバー時に表示される説明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自動適用する glob パターン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206240" y="822960"/>
            <a:ext cx="4663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3484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フォーマット例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1298448"/>
            <a:ext cx="443484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14173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'Python Standards'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'Python の規約'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applyTo: '**/*.py'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コーディング規約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PEP 8 スタイルガイドに従う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全関数に型ヒントを付ける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public 関数に docstring を書く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 4  |  Agent Skills （SKILL.md）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1920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95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オープン標準 (agentskills.io)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32918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31089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834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pptx/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SKILL.md   ← 必須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editing.md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scripts/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pack.py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unpack.py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examples/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1280160"/>
            <a:ext cx="22860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0" y="1280160"/>
            <a:ext cx="64008" cy="3474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1783080"/>
            <a:ext cx="1920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指示＋スクリプト＋リソースを同梱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タスク合致時にオンデマンドで読み込み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GitHub Copilot CLI / Coding Agent で共通利用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スラッシュコマンドとしても呼び出し可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28016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280160"/>
            <a:ext cx="64008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371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ヘッダー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783080"/>
            <a:ext cx="237744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87452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pptx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.pptx ファイルに関わる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すべての操作に使用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argument-hint: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[file] [options]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user-invokable: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 5 &amp; 6  |  Prompt Files / Custom Agents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 5 — Prompt Files (プロンプトファイル)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*.prompt.md として .github/instructions/ 以下に配置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/コマンド名 でチャットから呼び出せるスラッシュコマンド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繰り返しタスク（コンポーネント生成・PR 作成など）に最適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専用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 / new-component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37490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375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new-component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 コンポーネントの雛形生成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+ Props 型定義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Storybook を同時に作成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22960"/>
            <a:ext cx="4206240" cy="457200"/>
          </a:xfrm>
          <a:prstGeom prst="rect">
            <a:avLst/>
          </a:prstGeom>
          <a:solidFill>
            <a:srgbClr val="163354"/>
          </a:solidFill>
          <a:ln w="12700">
            <a:solidFill>
              <a:srgbClr val="16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 6 — Custom Agents (カスタムエージェント)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ファイルで定義する「専門特化型 AI ペルソナ」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使用するツール・モデル・振る舞いを細かく制御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サブエージェントとして他のエージェントから呼び出し可能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管理・フロントエンド開発・プランニングなど役割別に作成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Files vs Custom Agents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291840"/>
          <a:ext cx="4114800" cy="146304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5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単発タスク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複数ステップ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呼び出し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コマンド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エージェント選択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オーケストレーション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サブエージェント可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(VS Code) 推奨セットアップ手順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554480" y="1005840"/>
            <a:ext cx="54864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9601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914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基本設定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920240" y="12984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チャットで /init と入力 → ワークスペースを解析して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.github/copilot-instructions.md を自動生成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196596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9202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ファイル別ルール追加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920240" y="23042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*.instructions.md で言語・フレームワーク別の規約を追加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applyTo: '**/*.py' のように glob で自動適用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8720" y="29718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9260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タスク自動化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920240" y="33101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Files でよく行う作業をスラッシュコマンド化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サーバーで外部サービス（Issue トラッカー等）と連携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397764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39319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スキル化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920240" y="43159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で専門ワークフローをパッケージ化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チーム・組織間で再利用可能なスキルとして共有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効果的な指示の書き方 — 5 つのコツ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" y="9784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" y="143560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短く・単一目的に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82880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各指示は 1 つのシンプルな文にする。複数のルールは複数の指示に分割する。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9784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10128" y="143560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理由を明記する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82880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なぜか書くと AI がエッジケースで正しい判断をしやすい。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「date-fns を使うこと（moment.js は非推奨でバンドルサイズが増大するため）」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86868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81928" y="9784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81928" y="143560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良い例・悪い例を示す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1928" y="182880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抽象的なルールより具体的なコード例の方が効果的。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" y="3081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" y="353872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当たり前のことは書かない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" y="393192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リンターやフォーマッターで自動強制できるルールは不要。非自明なプロジェクト固有情報を優先する。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0128" y="3081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10128" y="353872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プロジェクト固有情報を優先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93192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が一般知識では知り得ないアーキテクチャ・ライブラリ選択・チームの慣習を重点的に記述する。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3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54864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78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/ Agent Skills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他ツールと互換性が高いオープン標準。複数エージェント環境やチーム共有に最適。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728216"/>
            <a:ext cx="54864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46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002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に特化した最もシンプルな方法。/init で即座に生成できる。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496312"/>
            <a:ext cx="54864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*.instructions.md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770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ファイルタイプ・フレームワーク別に細かくルールを分けたい場合に有効。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264408"/>
            <a:ext cx="54864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826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538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繰り返し作業をスラッシュコマンドに変換。チームの生産性向上に直結。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032504"/>
            <a:ext cx="54864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50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3068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複雑なマルチステップワークフローや役割分担型の開発に最適。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参考リンク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163354"/>
          </a:solidFill>
          <a:ln w="12700">
            <a:solidFill>
              <a:srgbClr val="1633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標準・仕様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 ―  https://agents.md/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agentskills.io  ―  https://agentskills.io/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solidFill>
            <a:srgbClr val="163354"/>
          </a:solidFill>
          <a:ln w="12700">
            <a:solidFill>
              <a:srgbClr val="1633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agentsmd/agents.md  ―  github.com/agentsmd/agents.md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anthropics/skills  ―  github.com/anthropics/skills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github/awesome-copilot  ―  github.com/github/awesome-copilot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4114800" cy="347472"/>
          </a:xfrm>
          <a:prstGeom prst="rect">
            <a:avLst/>
          </a:prstGeom>
          <a:solidFill>
            <a:srgbClr val="163354"/>
          </a:solidFill>
          <a:ln w="12700">
            <a:solidFill>
              <a:srgbClr val="16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ドキュメント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AI  ―  code.visualstudio.com/docs/copilot/copilot-customization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 ―  .../customization/custom-instructions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 ―  .../customization/agent-skills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4114800" cy="347472"/>
          </a:xfrm>
          <a:prstGeom prst="rect">
            <a:avLst/>
          </a:prstGeom>
          <a:solidFill>
            <a:srgbClr val="163354"/>
          </a:solidFill>
          <a:ln w="12700">
            <a:solidFill>
              <a:srgbClr val="1633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80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ドキュメント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repository custom instructions  ―  docs.github.com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AGENTS.md を活用したエージェント指示・スキル設定の手法まとめ</dc:title>
  <dc:subject>PptxGenJS Presentation</dc:subject>
  <dc:creator>GitHub Copilot</dc:creator>
  <cp:lastModifiedBy>GitHub Copilot</cp:lastModifiedBy>
  <cp:revision>1</cp:revision>
  <dcterms:created xsi:type="dcterms:W3CDTF">2026-02-25T03:20:38Z</dcterms:created>
  <dcterms:modified xsi:type="dcterms:W3CDTF">2026-02-25T03:20:38Z</dcterms:modified>
</cp:coreProperties>
</file>